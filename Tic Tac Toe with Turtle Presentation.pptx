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cap="all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Friday, May 7,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93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Friday, May 7,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1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Friday, May 7,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89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Friday, May 7,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28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Friday, May 7, 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9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Friday, May 7, 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9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Friday, May 7, 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Friday, May 7,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64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Friday, May 7,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2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Friday, May 7,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67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Friday, May 7,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93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Friday, May 7,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6888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88000"/>
        </a:lnSpc>
        <a:spcBef>
          <a:spcPct val="0"/>
        </a:spcBef>
        <a:buNone/>
        <a:defRPr sz="4400" kern="1200" cap="none" spc="4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11F4D251-B7D8-402D-950A-F9D15396E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CA889-28B4-41CB-89A1-E732640E3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000" y="728663"/>
            <a:ext cx="5015638" cy="2795737"/>
          </a:xfrm>
        </p:spPr>
        <p:txBody>
          <a:bodyPr>
            <a:normAutofit/>
          </a:bodyPr>
          <a:lstStyle/>
          <a:p>
            <a:r>
              <a:rPr lang="en-US"/>
              <a:t>Tic Tac Toe with Turtle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A70BB-3EC1-4DE1-9D83-39AD016A9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0000" y="3830399"/>
            <a:ext cx="5015638" cy="2298938"/>
          </a:xfrm>
        </p:spPr>
        <p:txBody>
          <a:bodyPr>
            <a:normAutofit/>
          </a:bodyPr>
          <a:lstStyle/>
          <a:p>
            <a:r>
              <a:rPr lang="en-US" dirty="0"/>
              <a:t>Kyle Moses</a:t>
            </a:r>
          </a:p>
        </p:txBody>
      </p:sp>
      <p:pic>
        <p:nvPicPr>
          <p:cNvPr id="21" name="Picture 3" descr="The green sea turtle">
            <a:extLst>
              <a:ext uri="{FF2B5EF4-FFF2-40B4-BE49-F238E27FC236}">
                <a16:creationId xmlns:a16="http://schemas.microsoft.com/office/drawing/2014/main" id="{AB5BD812-FF34-4CF7-B87D-C32A424238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309" r="2572" b="-1"/>
          <a:stretch/>
        </p:blipFill>
        <p:spPr>
          <a:xfrm>
            <a:off x="1" y="10"/>
            <a:ext cx="5662934" cy="6857990"/>
          </a:xfrm>
          <a:custGeom>
            <a:avLst/>
            <a:gdLst/>
            <a:ahLst/>
            <a:cxnLst/>
            <a:rect l="l" t="t" r="r" b="b"/>
            <a:pathLst>
              <a:path w="5662934" h="6858000">
                <a:moveTo>
                  <a:pt x="0" y="0"/>
                </a:moveTo>
                <a:lnTo>
                  <a:pt x="5064602" y="0"/>
                </a:lnTo>
                <a:lnTo>
                  <a:pt x="4889880" y="279455"/>
                </a:lnTo>
                <a:cubicBezTo>
                  <a:pt x="4472355" y="1021447"/>
                  <a:pt x="4263593" y="1948936"/>
                  <a:pt x="4263593" y="3061922"/>
                </a:cubicBezTo>
                <a:cubicBezTo>
                  <a:pt x="4263593" y="3516203"/>
                  <a:pt x="4324186" y="3970483"/>
                  <a:pt x="4445372" y="4515619"/>
                </a:cubicBezTo>
                <a:cubicBezTo>
                  <a:pt x="4596855" y="5030470"/>
                  <a:pt x="4748338" y="5515036"/>
                  <a:pt x="4990710" y="5969316"/>
                </a:cubicBezTo>
                <a:cubicBezTo>
                  <a:pt x="5172489" y="6275955"/>
                  <a:pt x="5371310" y="6544265"/>
                  <a:pt x="5583977" y="6777438"/>
                </a:cubicBezTo>
                <a:lnTo>
                  <a:pt x="566293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2" name="Freeform 10">
            <a:extLst>
              <a:ext uri="{FF2B5EF4-FFF2-40B4-BE49-F238E27FC236}">
                <a16:creationId xmlns:a16="http://schemas.microsoft.com/office/drawing/2014/main" id="{E67870A8-BE17-461C-AD58-035AD7FA0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7291575">
            <a:off x="3479502" y="491434"/>
            <a:ext cx="2397877" cy="2244442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2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3B4C4-B346-43CB-A9DE-238DA9E54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</a:t>
            </a:r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851EE74A-DA24-44FE-B8CE-7C5E8D875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095" y="496339"/>
            <a:ext cx="5603383" cy="602931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9BD497-3527-4809-92D4-09CEBFA8A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22" y="2997290"/>
            <a:ext cx="6180356" cy="352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72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A10F56-4600-4E72-882F-DF9A3D70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E7C649-57E0-4A93-B134-67101C072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35AF4F-B82E-435B-8949-29173A055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5412222" cy="3734405"/>
          </a:xfrm>
          <a:custGeom>
            <a:avLst/>
            <a:gdLst>
              <a:gd name="connsiteX0" fmla="*/ 1441992 w 5412222"/>
              <a:gd name="connsiteY0" fmla="*/ 2504513 h 3734405"/>
              <a:gd name="connsiteX1" fmla="*/ 1566499 w 5412222"/>
              <a:gd name="connsiteY1" fmla="*/ 2518404 h 3734405"/>
              <a:gd name="connsiteX2" fmla="*/ 1750954 w 5412222"/>
              <a:gd name="connsiteY2" fmla="*/ 2629527 h 3734405"/>
              <a:gd name="connsiteX3" fmla="*/ 1714063 w 5412222"/>
              <a:gd name="connsiteY3" fmla="*/ 3370350 h 3734405"/>
              <a:gd name="connsiteX4" fmla="*/ 1548053 w 5412222"/>
              <a:gd name="connsiteY4" fmla="*/ 3703720 h 3734405"/>
              <a:gd name="connsiteX5" fmla="*/ 1345153 w 5412222"/>
              <a:gd name="connsiteY5" fmla="*/ 3722241 h 3734405"/>
              <a:gd name="connsiteX6" fmla="*/ 1142252 w 5412222"/>
              <a:gd name="connsiteY6" fmla="*/ 3611117 h 3734405"/>
              <a:gd name="connsiteX7" fmla="*/ 1123807 w 5412222"/>
              <a:gd name="connsiteY7" fmla="*/ 3388870 h 3734405"/>
              <a:gd name="connsiteX8" fmla="*/ 1160697 w 5412222"/>
              <a:gd name="connsiteY8" fmla="*/ 3018459 h 3734405"/>
              <a:gd name="connsiteX9" fmla="*/ 1179143 w 5412222"/>
              <a:gd name="connsiteY9" fmla="*/ 2851774 h 3734405"/>
              <a:gd name="connsiteX10" fmla="*/ 1197589 w 5412222"/>
              <a:gd name="connsiteY10" fmla="*/ 2722130 h 3734405"/>
              <a:gd name="connsiteX11" fmla="*/ 1345153 w 5412222"/>
              <a:gd name="connsiteY11" fmla="*/ 2518404 h 3734405"/>
              <a:gd name="connsiteX12" fmla="*/ 1441992 w 5412222"/>
              <a:gd name="connsiteY12" fmla="*/ 2504513 h 3734405"/>
              <a:gd name="connsiteX13" fmla="*/ 2975080 w 5412222"/>
              <a:gd name="connsiteY13" fmla="*/ 2484443 h 3734405"/>
              <a:gd name="connsiteX14" fmla="*/ 3097382 w 5412222"/>
              <a:gd name="connsiteY14" fmla="*/ 2507883 h 3734405"/>
              <a:gd name="connsiteX15" fmla="*/ 3189904 w 5412222"/>
              <a:gd name="connsiteY15" fmla="*/ 2581966 h 3734405"/>
              <a:gd name="connsiteX16" fmla="*/ 3263922 w 5412222"/>
              <a:gd name="connsiteY16" fmla="*/ 2730130 h 3734405"/>
              <a:gd name="connsiteX17" fmla="*/ 3356443 w 5412222"/>
              <a:gd name="connsiteY17" fmla="*/ 3322788 h 3734405"/>
              <a:gd name="connsiteX18" fmla="*/ 3337939 w 5412222"/>
              <a:gd name="connsiteY18" fmla="*/ 3545035 h 3734405"/>
              <a:gd name="connsiteX19" fmla="*/ 3282426 w 5412222"/>
              <a:gd name="connsiteY19" fmla="*/ 3637638 h 3734405"/>
              <a:gd name="connsiteX20" fmla="*/ 3171400 w 5412222"/>
              <a:gd name="connsiteY20" fmla="*/ 3674679 h 3734405"/>
              <a:gd name="connsiteX21" fmla="*/ 3115887 w 5412222"/>
              <a:gd name="connsiteY21" fmla="*/ 3693200 h 3734405"/>
              <a:gd name="connsiteX22" fmla="*/ 2967852 w 5412222"/>
              <a:gd name="connsiteY22" fmla="*/ 3674679 h 3734405"/>
              <a:gd name="connsiteX23" fmla="*/ 2838321 w 5412222"/>
              <a:gd name="connsiteY23" fmla="*/ 3563556 h 3734405"/>
              <a:gd name="connsiteX24" fmla="*/ 2782808 w 5412222"/>
              <a:gd name="connsiteY24" fmla="*/ 3359829 h 3734405"/>
              <a:gd name="connsiteX25" fmla="*/ 2764304 w 5412222"/>
              <a:gd name="connsiteY25" fmla="*/ 3156103 h 3734405"/>
              <a:gd name="connsiteX26" fmla="*/ 2708791 w 5412222"/>
              <a:gd name="connsiteY26" fmla="*/ 2878295 h 3734405"/>
              <a:gd name="connsiteX27" fmla="*/ 2690286 w 5412222"/>
              <a:gd name="connsiteY27" fmla="*/ 2637527 h 3734405"/>
              <a:gd name="connsiteX28" fmla="*/ 2912339 w 5412222"/>
              <a:gd name="connsiteY28" fmla="*/ 2489363 h 3734405"/>
              <a:gd name="connsiteX29" fmla="*/ 2975080 w 5412222"/>
              <a:gd name="connsiteY29" fmla="*/ 2484443 h 3734405"/>
              <a:gd name="connsiteX30" fmla="*/ 4122198 w 5412222"/>
              <a:gd name="connsiteY30" fmla="*/ 1964873 h 3734405"/>
              <a:gd name="connsiteX31" fmla="*/ 4289154 w 5412222"/>
              <a:gd name="connsiteY31" fmla="*/ 2020607 h 3734405"/>
              <a:gd name="connsiteX32" fmla="*/ 4437557 w 5412222"/>
              <a:gd name="connsiteY32" fmla="*/ 2169233 h 3734405"/>
              <a:gd name="connsiteX33" fmla="*/ 4567411 w 5412222"/>
              <a:gd name="connsiteY33" fmla="*/ 2336436 h 3734405"/>
              <a:gd name="connsiteX34" fmla="*/ 4752916 w 5412222"/>
              <a:gd name="connsiteY34" fmla="*/ 2540795 h 3734405"/>
              <a:gd name="connsiteX35" fmla="*/ 4882769 w 5412222"/>
              <a:gd name="connsiteY35" fmla="*/ 2763733 h 3734405"/>
              <a:gd name="connsiteX36" fmla="*/ 4771467 w 5412222"/>
              <a:gd name="connsiteY36" fmla="*/ 2986671 h 3734405"/>
              <a:gd name="connsiteX37" fmla="*/ 4567411 w 5412222"/>
              <a:gd name="connsiteY37" fmla="*/ 3060983 h 3734405"/>
              <a:gd name="connsiteX38" fmla="*/ 4474659 w 5412222"/>
              <a:gd name="connsiteY38" fmla="*/ 3042405 h 3734405"/>
              <a:gd name="connsiteX39" fmla="*/ 4344804 w 5412222"/>
              <a:gd name="connsiteY39" fmla="*/ 2949514 h 3734405"/>
              <a:gd name="connsiteX40" fmla="*/ 3955244 w 5412222"/>
              <a:gd name="connsiteY40" fmla="*/ 2466483 h 3734405"/>
              <a:gd name="connsiteX41" fmla="*/ 3862491 w 5412222"/>
              <a:gd name="connsiteY41" fmla="*/ 2280701 h 3734405"/>
              <a:gd name="connsiteX42" fmla="*/ 3881042 w 5412222"/>
              <a:gd name="connsiteY42" fmla="*/ 2169233 h 3734405"/>
              <a:gd name="connsiteX43" fmla="*/ 3936693 w 5412222"/>
              <a:gd name="connsiteY43" fmla="*/ 2076342 h 3734405"/>
              <a:gd name="connsiteX44" fmla="*/ 3992345 w 5412222"/>
              <a:gd name="connsiteY44" fmla="*/ 2039186 h 3734405"/>
              <a:gd name="connsiteX45" fmla="*/ 4122198 w 5412222"/>
              <a:gd name="connsiteY45" fmla="*/ 1964873 h 3734405"/>
              <a:gd name="connsiteX46" fmla="*/ 146310 w 5412222"/>
              <a:gd name="connsiteY46" fmla="*/ 1953889 h 3734405"/>
              <a:gd name="connsiteX47" fmla="*/ 350366 w 5412222"/>
              <a:gd name="connsiteY47" fmla="*/ 2046733 h 3734405"/>
              <a:gd name="connsiteX48" fmla="*/ 443118 w 5412222"/>
              <a:gd name="connsiteY48" fmla="*/ 2232420 h 3734405"/>
              <a:gd name="connsiteX49" fmla="*/ 368916 w 5412222"/>
              <a:gd name="connsiteY49" fmla="*/ 2455245 h 3734405"/>
              <a:gd name="connsiteX50" fmla="*/ 55877 w 5412222"/>
              <a:gd name="connsiteY50" fmla="*/ 2823429 h 3734405"/>
              <a:gd name="connsiteX51" fmla="*/ 0 w 5412222"/>
              <a:gd name="connsiteY51" fmla="*/ 2890207 h 3734405"/>
              <a:gd name="connsiteX52" fmla="*/ 0 w 5412222"/>
              <a:gd name="connsiteY52" fmla="*/ 2010548 h 3734405"/>
              <a:gd name="connsiteX53" fmla="*/ 48920 w 5412222"/>
              <a:gd name="connsiteY53" fmla="*/ 1981743 h 3734405"/>
              <a:gd name="connsiteX54" fmla="*/ 146310 w 5412222"/>
              <a:gd name="connsiteY54" fmla="*/ 1953889 h 3734405"/>
              <a:gd name="connsiteX55" fmla="*/ 4987001 w 5412222"/>
              <a:gd name="connsiteY55" fmla="*/ 730996 h 3734405"/>
              <a:gd name="connsiteX56" fmla="*/ 5079441 w 5412222"/>
              <a:gd name="connsiteY56" fmla="*/ 730996 h 3734405"/>
              <a:gd name="connsiteX57" fmla="*/ 5338271 w 5412222"/>
              <a:gd name="connsiteY57" fmla="*/ 804801 h 3734405"/>
              <a:gd name="connsiteX58" fmla="*/ 5412222 w 5412222"/>
              <a:gd name="connsiteY58" fmla="*/ 970860 h 3734405"/>
              <a:gd name="connsiteX59" fmla="*/ 5412222 w 5412222"/>
              <a:gd name="connsiteY59" fmla="*/ 1100017 h 3734405"/>
              <a:gd name="connsiteX60" fmla="*/ 5338271 w 5412222"/>
              <a:gd name="connsiteY60" fmla="*/ 1266077 h 3734405"/>
              <a:gd name="connsiteX61" fmla="*/ 5171880 w 5412222"/>
              <a:gd name="connsiteY61" fmla="*/ 1339881 h 3734405"/>
              <a:gd name="connsiteX62" fmla="*/ 4913050 w 5412222"/>
              <a:gd name="connsiteY62" fmla="*/ 1339881 h 3734405"/>
              <a:gd name="connsiteX63" fmla="*/ 4580268 w 5412222"/>
              <a:gd name="connsiteY63" fmla="*/ 1339881 h 3734405"/>
              <a:gd name="connsiteX64" fmla="*/ 4413877 w 5412222"/>
              <a:gd name="connsiteY64" fmla="*/ 1321430 h 3734405"/>
              <a:gd name="connsiteX65" fmla="*/ 4247486 w 5412222"/>
              <a:gd name="connsiteY65" fmla="*/ 1247626 h 3734405"/>
              <a:gd name="connsiteX66" fmla="*/ 4192022 w 5412222"/>
              <a:gd name="connsiteY66" fmla="*/ 1118468 h 3734405"/>
              <a:gd name="connsiteX67" fmla="*/ 4192022 w 5412222"/>
              <a:gd name="connsiteY67" fmla="*/ 1026213 h 3734405"/>
              <a:gd name="connsiteX68" fmla="*/ 4247486 w 5412222"/>
              <a:gd name="connsiteY68" fmla="*/ 860154 h 3734405"/>
              <a:gd name="connsiteX69" fmla="*/ 4395389 w 5412222"/>
              <a:gd name="connsiteY69" fmla="*/ 786350 h 3734405"/>
              <a:gd name="connsiteX70" fmla="*/ 4617243 w 5412222"/>
              <a:gd name="connsiteY70" fmla="*/ 767899 h 3734405"/>
              <a:gd name="connsiteX71" fmla="*/ 4987001 w 5412222"/>
              <a:gd name="connsiteY71" fmla="*/ 730996 h 3734405"/>
              <a:gd name="connsiteX72" fmla="*/ 3807960 w 5412222"/>
              <a:gd name="connsiteY72" fmla="*/ 0 h 3734405"/>
              <a:gd name="connsiteX73" fmla="*/ 4404064 w 5412222"/>
              <a:gd name="connsiteY73" fmla="*/ 0 h 3734405"/>
              <a:gd name="connsiteX74" fmla="*/ 4368291 w 5412222"/>
              <a:gd name="connsiteY74" fmla="*/ 41360 h 3734405"/>
              <a:gd name="connsiteX75" fmla="*/ 4329548 w 5412222"/>
              <a:gd name="connsiteY75" fmla="*/ 87787 h 3734405"/>
              <a:gd name="connsiteX76" fmla="*/ 4107495 w 5412222"/>
              <a:gd name="connsiteY76" fmla="*/ 198776 h 3734405"/>
              <a:gd name="connsiteX77" fmla="*/ 3885443 w 5412222"/>
              <a:gd name="connsiteY77" fmla="*/ 106285 h 3734405"/>
              <a:gd name="connsiteX78" fmla="*/ 3818365 w 5412222"/>
              <a:gd name="connsiteY78" fmla="*/ 23043 h 3734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5412222" h="3734405">
                <a:moveTo>
                  <a:pt x="1441992" y="2504513"/>
                </a:moveTo>
                <a:cubicBezTo>
                  <a:pt x="1478883" y="2504513"/>
                  <a:pt x="1520385" y="2509143"/>
                  <a:pt x="1566499" y="2518404"/>
                </a:cubicBezTo>
                <a:cubicBezTo>
                  <a:pt x="1658726" y="2536924"/>
                  <a:pt x="1732509" y="2573965"/>
                  <a:pt x="1750954" y="2629527"/>
                </a:cubicBezTo>
                <a:cubicBezTo>
                  <a:pt x="1787845" y="2703609"/>
                  <a:pt x="1714063" y="3296268"/>
                  <a:pt x="1714063" y="3370350"/>
                </a:cubicBezTo>
                <a:cubicBezTo>
                  <a:pt x="1695617" y="3555556"/>
                  <a:pt x="1658726" y="3666679"/>
                  <a:pt x="1548053" y="3703720"/>
                </a:cubicBezTo>
                <a:cubicBezTo>
                  <a:pt x="1492717" y="3740761"/>
                  <a:pt x="1418935" y="3740761"/>
                  <a:pt x="1345153" y="3722241"/>
                </a:cubicBezTo>
                <a:cubicBezTo>
                  <a:pt x="1252925" y="3722241"/>
                  <a:pt x="1179143" y="3685199"/>
                  <a:pt x="1142252" y="3611117"/>
                </a:cubicBezTo>
                <a:cubicBezTo>
                  <a:pt x="1123807" y="3555556"/>
                  <a:pt x="1105361" y="3481473"/>
                  <a:pt x="1123807" y="3388870"/>
                </a:cubicBezTo>
                <a:cubicBezTo>
                  <a:pt x="1123807" y="3388870"/>
                  <a:pt x="1160697" y="3055500"/>
                  <a:pt x="1160697" y="3018459"/>
                </a:cubicBezTo>
                <a:cubicBezTo>
                  <a:pt x="1160697" y="2962897"/>
                  <a:pt x="1179143" y="2870294"/>
                  <a:pt x="1179143" y="2851774"/>
                </a:cubicBezTo>
                <a:cubicBezTo>
                  <a:pt x="1197589" y="2722130"/>
                  <a:pt x="1197589" y="2722130"/>
                  <a:pt x="1197589" y="2722130"/>
                </a:cubicBezTo>
                <a:cubicBezTo>
                  <a:pt x="1234480" y="2611007"/>
                  <a:pt x="1289816" y="2555445"/>
                  <a:pt x="1345153" y="2518404"/>
                </a:cubicBezTo>
                <a:cubicBezTo>
                  <a:pt x="1372821" y="2509143"/>
                  <a:pt x="1405101" y="2504513"/>
                  <a:pt x="1441992" y="2504513"/>
                </a:cubicBezTo>
                <a:close/>
                <a:moveTo>
                  <a:pt x="2975080" y="2484443"/>
                </a:moveTo>
                <a:cubicBezTo>
                  <a:pt x="3031460" y="2487048"/>
                  <a:pt x="3069626" y="2507883"/>
                  <a:pt x="3097382" y="2507883"/>
                </a:cubicBezTo>
                <a:cubicBezTo>
                  <a:pt x="3134391" y="2526404"/>
                  <a:pt x="3152895" y="2544924"/>
                  <a:pt x="3189904" y="2581966"/>
                </a:cubicBezTo>
                <a:cubicBezTo>
                  <a:pt x="3208409" y="2619007"/>
                  <a:pt x="3226913" y="2656048"/>
                  <a:pt x="3263922" y="2730130"/>
                </a:cubicBezTo>
                <a:cubicBezTo>
                  <a:pt x="3282426" y="2804212"/>
                  <a:pt x="3356443" y="3322788"/>
                  <a:pt x="3356443" y="3322788"/>
                </a:cubicBezTo>
                <a:cubicBezTo>
                  <a:pt x="3374948" y="3433912"/>
                  <a:pt x="3356443" y="3507994"/>
                  <a:pt x="3337939" y="3545035"/>
                </a:cubicBezTo>
                <a:cubicBezTo>
                  <a:pt x="3319435" y="3582076"/>
                  <a:pt x="3300930" y="3619117"/>
                  <a:pt x="3282426" y="3637638"/>
                </a:cubicBezTo>
                <a:cubicBezTo>
                  <a:pt x="3245417" y="3656158"/>
                  <a:pt x="3208409" y="3656158"/>
                  <a:pt x="3171400" y="3674679"/>
                </a:cubicBezTo>
                <a:cubicBezTo>
                  <a:pt x="3152895" y="3674679"/>
                  <a:pt x="3134391" y="3693200"/>
                  <a:pt x="3115887" y="3693200"/>
                </a:cubicBezTo>
                <a:cubicBezTo>
                  <a:pt x="3060374" y="3711720"/>
                  <a:pt x="3004860" y="3711720"/>
                  <a:pt x="2967852" y="3674679"/>
                </a:cubicBezTo>
                <a:cubicBezTo>
                  <a:pt x="2912339" y="3656158"/>
                  <a:pt x="2875330" y="3619117"/>
                  <a:pt x="2838321" y="3563556"/>
                </a:cubicBezTo>
                <a:cubicBezTo>
                  <a:pt x="2801312" y="3507994"/>
                  <a:pt x="2782808" y="3433912"/>
                  <a:pt x="2782808" y="3359829"/>
                </a:cubicBezTo>
                <a:cubicBezTo>
                  <a:pt x="2764304" y="3156103"/>
                  <a:pt x="2764304" y="3156103"/>
                  <a:pt x="2764304" y="3156103"/>
                </a:cubicBezTo>
                <a:cubicBezTo>
                  <a:pt x="2708791" y="2878295"/>
                  <a:pt x="2708791" y="2878295"/>
                  <a:pt x="2708791" y="2878295"/>
                </a:cubicBezTo>
                <a:cubicBezTo>
                  <a:pt x="2671782" y="2767171"/>
                  <a:pt x="2671782" y="2693089"/>
                  <a:pt x="2690286" y="2637527"/>
                </a:cubicBezTo>
                <a:cubicBezTo>
                  <a:pt x="2727295" y="2563445"/>
                  <a:pt x="2801312" y="2489363"/>
                  <a:pt x="2912339" y="2489363"/>
                </a:cubicBezTo>
                <a:cubicBezTo>
                  <a:pt x="2935469" y="2484733"/>
                  <a:pt x="2956286" y="2483575"/>
                  <a:pt x="2975080" y="2484443"/>
                </a:cubicBezTo>
                <a:close/>
                <a:moveTo>
                  <a:pt x="4122198" y="1964873"/>
                </a:moveTo>
                <a:cubicBezTo>
                  <a:pt x="4177850" y="1964873"/>
                  <a:pt x="4233502" y="1983451"/>
                  <a:pt x="4289154" y="2020607"/>
                </a:cubicBezTo>
                <a:cubicBezTo>
                  <a:pt x="4344804" y="2039186"/>
                  <a:pt x="4400456" y="2094920"/>
                  <a:pt x="4437557" y="2169233"/>
                </a:cubicBezTo>
                <a:cubicBezTo>
                  <a:pt x="4567411" y="2336436"/>
                  <a:pt x="4567411" y="2336436"/>
                  <a:pt x="4567411" y="2336436"/>
                </a:cubicBezTo>
                <a:cubicBezTo>
                  <a:pt x="4752916" y="2540795"/>
                  <a:pt x="4752916" y="2540795"/>
                  <a:pt x="4752916" y="2540795"/>
                </a:cubicBezTo>
                <a:cubicBezTo>
                  <a:pt x="4827118" y="2633686"/>
                  <a:pt x="4864220" y="2707999"/>
                  <a:pt x="4882769" y="2763733"/>
                </a:cubicBezTo>
                <a:cubicBezTo>
                  <a:pt x="4882769" y="2838046"/>
                  <a:pt x="4864220" y="2930936"/>
                  <a:pt x="4771467" y="2986671"/>
                </a:cubicBezTo>
                <a:cubicBezTo>
                  <a:pt x="4697264" y="3042405"/>
                  <a:pt x="4623063" y="3060983"/>
                  <a:pt x="4567411" y="3060983"/>
                </a:cubicBezTo>
                <a:cubicBezTo>
                  <a:pt x="4548860" y="3060983"/>
                  <a:pt x="4511759" y="3060983"/>
                  <a:pt x="4474659" y="3042405"/>
                </a:cubicBezTo>
                <a:cubicBezTo>
                  <a:pt x="4437557" y="3023827"/>
                  <a:pt x="4400456" y="2986671"/>
                  <a:pt x="4344804" y="2949514"/>
                </a:cubicBezTo>
                <a:cubicBezTo>
                  <a:pt x="4289154" y="2893780"/>
                  <a:pt x="3955244" y="2466483"/>
                  <a:pt x="3955244" y="2466483"/>
                </a:cubicBezTo>
                <a:cubicBezTo>
                  <a:pt x="3899592" y="2392170"/>
                  <a:pt x="3862491" y="2317858"/>
                  <a:pt x="3862491" y="2280701"/>
                </a:cubicBezTo>
                <a:cubicBezTo>
                  <a:pt x="3862491" y="2224967"/>
                  <a:pt x="3862491" y="2187811"/>
                  <a:pt x="3881042" y="2169233"/>
                </a:cubicBezTo>
                <a:cubicBezTo>
                  <a:pt x="3899592" y="2132076"/>
                  <a:pt x="3918143" y="2113498"/>
                  <a:pt x="3936693" y="2076342"/>
                </a:cubicBezTo>
                <a:cubicBezTo>
                  <a:pt x="3973794" y="2057764"/>
                  <a:pt x="3992345" y="2039186"/>
                  <a:pt x="3992345" y="2039186"/>
                </a:cubicBezTo>
                <a:cubicBezTo>
                  <a:pt x="4029446" y="2002029"/>
                  <a:pt x="4085097" y="1983451"/>
                  <a:pt x="4122198" y="1964873"/>
                </a:cubicBezTo>
                <a:close/>
                <a:moveTo>
                  <a:pt x="146310" y="1953889"/>
                </a:moveTo>
                <a:cubicBezTo>
                  <a:pt x="201962" y="1953889"/>
                  <a:pt x="276164" y="1991027"/>
                  <a:pt x="350366" y="2046733"/>
                </a:cubicBezTo>
                <a:cubicBezTo>
                  <a:pt x="424568" y="2102439"/>
                  <a:pt x="443118" y="2176714"/>
                  <a:pt x="443118" y="2232420"/>
                </a:cubicBezTo>
                <a:cubicBezTo>
                  <a:pt x="443118" y="2288126"/>
                  <a:pt x="424568" y="2362401"/>
                  <a:pt x="368916" y="2455245"/>
                </a:cubicBezTo>
                <a:cubicBezTo>
                  <a:pt x="368916" y="2455245"/>
                  <a:pt x="181092" y="2674589"/>
                  <a:pt x="55877" y="2823429"/>
                </a:cubicBezTo>
                <a:lnTo>
                  <a:pt x="0" y="2890207"/>
                </a:lnTo>
                <a:lnTo>
                  <a:pt x="0" y="2010548"/>
                </a:lnTo>
                <a:lnTo>
                  <a:pt x="48920" y="1981743"/>
                </a:lnTo>
                <a:cubicBezTo>
                  <a:pt x="86021" y="1963174"/>
                  <a:pt x="118485" y="1953889"/>
                  <a:pt x="146310" y="1953889"/>
                </a:cubicBezTo>
                <a:close/>
                <a:moveTo>
                  <a:pt x="4987001" y="730996"/>
                </a:moveTo>
                <a:cubicBezTo>
                  <a:pt x="5079441" y="730996"/>
                  <a:pt x="5079441" y="730996"/>
                  <a:pt x="5079441" y="730996"/>
                </a:cubicBezTo>
                <a:cubicBezTo>
                  <a:pt x="5190368" y="749448"/>
                  <a:pt x="5282808" y="786350"/>
                  <a:pt x="5338271" y="804801"/>
                </a:cubicBezTo>
                <a:cubicBezTo>
                  <a:pt x="5393734" y="841703"/>
                  <a:pt x="5412222" y="897056"/>
                  <a:pt x="5412222" y="970860"/>
                </a:cubicBezTo>
                <a:cubicBezTo>
                  <a:pt x="5412222" y="1007762"/>
                  <a:pt x="5412222" y="1044664"/>
                  <a:pt x="5412222" y="1100017"/>
                </a:cubicBezTo>
                <a:cubicBezTo>
                  <a:pt x="5393734" y="1155371"/>
                  <a:pt x="5375246" y="1210724"/>
                  <a:pt x="5338271" y="1266077"/>
                </a:cubicBezTo>
                <a:cubicBezTo>
                  <a:pt x="5301295" y="1302979"/>
                  <a:pt x="5245832" y="1321430"/>
                  <a:pt x="5171880" y="1339881"/>
                </a:cubicBezTo>
                <a:cubicBezTo>
                  <a:pt x="5060954" y="1339881"/>
                  <a:pt x="5171880" y="1358332"/>
                  <a:pt x="4913050" y="1339881"/>
                </a:cubicBezTo>
                <a:cubicBezTo>
                  <a:pt x="4635731" y="1339881"/>
                  <a:pt x="4580268" y="1339881"/>
                  <a:pt x="4580268" y="1339881"/>
                </a:cubicBezTo>
                <a:cubicBezTo>
                  <a:pt x="4413877" y="1321430"/>
                  <a:pt x="4413877" y="1321430"/>
                  <a:pt x="4413877" y="1321430"/>
                </a:cubicBezTo>
                <a:cubicBezTo>
                  <a:pt x="4321437" y="1302979"/>
                  <a:pt x="4265974" y="1284528"/>
                  <a:pt x="4247486" y="1247626"/>
                </a:cubicBezTo>
                <a:cubicBezTo>
                  <a:pt x="4210510" y="1210724"/>
                  <a:pt x="4192022" y="1173821"/>
                  <a:pt x="4192022" y="1118468"/>
                </a:cubicBezTo>
                <a:cubicBezTo>
                  <a:pt x="4192022" y="1118468"/>
                  <a:pt x="4192022" y="1081566"/>
                  <a:pt x="4192022" y="1026213"/>
                </a:cubicBezTo>
                <a:cubicBezTo>
                  <a:pt x="4192022" y="970860"/>
                  <a:pt x="4210510" y="915507"/>
                  <a:pt x="4247486" y="860154"/>
                </a:cubicBezTo>
                <a:cubicBezTo>
                  <a:pt x="4265974" y="823252"/>
                  <a:pt x="4321437" y="786350"/>
                  <a:pt x="4395389" y="786350"/>
                </a:cubicBezTo>
                <a:cubicBezTo>
                  <a:pt x="4487828" y="767899"/>
                  <a:pt x="4561780" y="767899"/>
                  <a:pt x="4617243" y="767899"/>
                </a:cubicBezTo>
                <a:cubicBezTo>
                  <a:pt x="4783634" y="749448"/>
                  <a:pt x="4876074" y="730996"/>
                  <a:pt x="4987001" y="730996"/>
                </a:cubicBezTo>
                <a:close/>
                <a:moveTo>
                  <a:pt x="3807960" y="0"/>
                </a:moveTo>
                <a:lnTo>
                  <a:pt x="4404064" y="0"/>
                </a:lnTo>
                <a:lnTo>
                  <a:pt x="4368291" y="41360"/>
                </a:lnTo>
                <a:cubicBezTo>
                  <a:pt x="4352100" y="60329"/>
                  <a:pt x="4338800" y="76226"/>
                  <a:pt x="4329548" y="87787"/>
                </a:cubicBezTo>
                <a:cubicBezTo>
                  <a:pt x="4255530" y="161780"/>
                  <a:pt x="4181513" y="198776"/>
                  <a:pt x="4107495" y="198776"/>
                </a:cubicBezTo>
                <a:cubicBezTo>
                  <a:pt x="4033478" y="217275"/>
                  <a:pt x="3959460" y="180278"/>
                  <a:pt x="3885443" y="106285"/>
                </a:cubicBezTo>
                <a:cubicBezTo>
                  <a:pt x="3857687" y="78538"/>
                  <a:pt x="3834556" y="50790"/>
                  <a:pt x="3818365" y="230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accent3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C40D9-C8E2-445C-9ABC-53D99D35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1"/>
            <a:ext cx="3095626" cy="1477328"/>
          </a:xfrm>
        </p:spPr>
        <p:txBody>
          <a:bodyPr>
            <a:normAutofit/>
          </a:bodyPr>
          <a:lstStyle/>
          <a:p>
            <a:r>
              <a:rPr lang="en-US" sz="3200" dirty="0"/>
              <a:t>PLAYING AGAINST ANOTHER HUMAN &amp; DRAWING THE BOARD</a:t>
            </a:r>
          </a:p>
        </p:txBody>
      </p:sp>
      <p:pic>
        <p:nvPicPr>
          <p:cNvPr id="5" name="Content Placeholder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0A030263-D4D4-46B3-B242-0F807A966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999" y="2304071"/>
            <a:ext cx="7645401" cy="420186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D29BCF-F99C-4CDD-98DA-56A8E7039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627" y="2375720"/>
            <a:ext cx="2692372" cy="405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3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7EFF05-A8DA-4B3E-9C21-7A04283D4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6A10F56-4600-4E72-882F-DF9A3D70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E7C649-57E0-4A93-B134-67101C072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A35AF4F-B82E-435B-8949-29173A055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5412222" cy="3734405"/>
          </a:xfrm>
          <a:custGeom>
            <a:avLst/>
            <a:gdLst>
              <a:gd name="connsiteX0" fmla="*/ 1441992 w 5412222"/>
              <a:gd name="connsiteY0" fmla="*/ 2504513 h 3734405"/>
              <a:gd name="connsiteX1" fmla="*/ 1566499 w 5412222"/>
              <a:gd name="connsiteY1" fmla="*/ 2518404 h 3734405"/>
              <a:gd name="connsiteX2" fmla="*/ 1750954 w 5412222"/>
              <a:gd name="connsiteY2" fmla="*/ 2629527 h 3734405"/>
              <a:gd name="connsiteX3" fmla="*/ 1714063 w 5412222"/>
              <a:gd name="connsiteY3" fmla="*/ 3370350 h 3734405"/>
              <a:gd name="connsiteX4" fmla="*/ 1548053 w 5412222"/>
              <a:gd name="connsiteY4" fmla="*/ 3703720 h 3734405"/>
              <a:gd name="connsiteX5" fmla="*/ 1345153 w 5412222"/>
              <a:gd name="connsiteY5" fmla="*/ 3722241 h 3734405"/>
              <a:gd name="connsiteX6" fmla="*/ 1142252 w 5412222"/>
              <a:gd name="connsiteY6" fmla="*/ 3611117 h 3734405"/>
              <a:gd name="connsiteX7" fmla="*/ 1123807 w 5412222"/>
              <a:gd name="connsiteY7" fmla="*/ 3388870 h 3734405"/>
              <a:gd name="connsiteX8" fmla="*/ 1160697 w 5412222"/>
              <a:gd name="connsiteY8" fmla="*/ 3018459 h 3734405"/>
              <a:gd name="connsiteX9" fmla="*/ 1179143 w 5412222"/>
              <a:gd name="connsiteY9" fmla="*/ 2851774 h 3734405"/>
              <a:gd name="connsiteX10" fmla="*/ 1197589 w 5412222"/>
              <a:gd name="connsiteY10" fmla="*/ 2722130 h 3734405"/>
              <a:gd name="connsiteX11" fmla="*/ 1345153 w 5412222"/>
              <a:gd name="connsiteY11" fmla="*/ 2518404 h 3734405"/>
              <a:gd name="connsiteX12" fmla="*/ 1441992 w 5412222"/>
              <a:gd name="connsiteY12" fmla="*/ 2504513 h 3734405"/>
              <a:gd name="connsiteX13" fmla="*/ 2975080 w 5412222"/>
              <a:gd name="connsiteY13" fmla="*/ 2484443 h 3734405"/>
              <a:gd name="connsiteX14" fmla="*/ 3097382 w 5412222"/>
              <a:gd name="connsiteY14" fmla="*/ 2507883 h 3734405"/>
              <a:gd name="connsiteX15" fmla="*/ 3189904 w 5412222"/>
              <a:gd name="connsiteY15" fmla="*/ 2581966 h 3734405"/>
              <a:gd name="connsiteX16" fmla="*/ 3263922 w 5412222"/>
              <a:gd name="connsiteY16" fmla="*/ 2730130 h 3734405"/>
              <a:gd name="connsiteX17" fmla="*/ 3356443 w 5412222"/>
              <a:gd name="connsiteY17" fmla="*/ 3322788 h 3734405"/>
              <a:gd name="connsiteX18" fmla="*/ 3337939 w 5412222"/>
              <a:gd name="connsiteY18" fmla="*/ 3545035 h 3734405"/>
              <a:gd name="connsiteX19" fmla="*/ 3282426 w 5412222"/>
              <a:gd name="connsiteY19" fmla="*/ 3637638 h 3734405"/>
              <a:gd name="connsiteX20" fmla="*/ 3171400 w 5412222"/>
              <a:gd name="connsiteY20" fmla="*/ 3674679 h 3734405"/>
              <a:gd name="connsiteX21" fmla="*/ 3115887 w 5412222"/>
              <a:gd name="connsiteY21" fmla="*/ 3693200 h 3734405"/>
              <a:gd name="connsiteX22" fmla="*/ 2967852 w 5412222"/>
              <a:gd name="connsiteY22" fmla="*/ 3674679 h 3734405"/>
              <a:gd name="connsiteX23" fmla="*/ 2838321 w 5412222"/>
              <a:gd name="connsiteY23" fmla="*/ 3563556 h 3734405"/>
              <a:gd name="connsiteX24" fmla="*/ 2782808 w 5412222"/>
              <a:gd name="connsiteY24" fmla="*/ 3359829 h 3734405"/>
              <a:gd name="connsiteX25" fmla="*/ 2764304 w 5412222"/>
              <a:gd name="connsiteY25" fmla="*/ 3156103 h 3734405"/>
              <a:gd name="connsiteX26" fmla="*/ 2708791 w 5412222"/>
              <a:gd name="connsiteY26" fmla="*/ 2878295 h 3734405"/>
              <a:gd name="connsiteX27" fmla="*/ 2690286 w 5412222"/>
              <a:gd name="connsiteY27" fmla="*/ 2637527 h 3734405"/>
              <a:gd name="connsiteX28" fmla="*/ 2912339 w 5412222"/>
              <a:gd name="connsiteY28" fmla="*/ 2489363 h 3734405"/>
              <a:gd name="connsiteX29" fmla="*/ 2975080 w 5412222"/>
              <a:gd name="connsiteY29" fmla="*/ 2484443 h 3734405"/>
              <a:gd name="connsiteX30" fmla="*/ 4122198 w 5412222"/>
              <a:gd name="connsiteY30" fmla="*/ 1964873 h 3734405"/>
              <a:gd name="connsiteX31" fmla="*/ 4289154 w 5412222"/>
              <a:gd name="connsiteY31" fmla="*/ 2020607 h 3734405"/>
              <a:gd name="connsiteX32" fmla="*/ 4437557 w 5412222"/>
              <a:gd name="connsiteY32" fmla="*/ 2169233 h 3734405"/>
              <a:gd name="connsiteX33" fmla="*/ 4567411 w 5412222"/>
              <a:gd name="connsiteY33" fmla="*/ 2336436 h 3734405"/>
              <a:gd name="connsiteX34" fmla="*/ 4752916 w 5412222"/>
              <a:gd name="connsiteY34" fmla="*/ 2540795 h 3734405"/>
              <a:gd name="connsiteX35" fmla="*/ 4882769 w 5412222"/>
              <a:gd name="connsiteY35" fmla="*/ 2763733 h 3734405"/>
              <a:gd name="connsiteX36" fmla="*/ 4771467 w 5412222"/>
              <a:gd name="connsiteY36" fmla="*/ 2986671 h 3734405"/>
              <a:gd name="connsiteX37" fmla="*/ 4567411 w 5412222"/>
              <a:gd name="connsiteY37" fmla="*/ 3060983 h 3734405"/>
              <a:gd name="connsiteX38" fmla="*/ 4474659 w 5412222"/>
              <a:gd name="connsiteY38" fmla="*/ 3042405 h 3734405"/>
              <a:gd name="connsiteX39" fmla="*/ 4344804 w 5412222"/>
              <a:gd name="connsiteY39" fmla="*/ 2949514 h 3734405"/>
              <a:gd name="connsiteX40" fmla="*/ 3955244 w 5412222"/>
              <a:gd name="connsiteY40" fmla="*/ 2466483 h 3734405"/>
              <a:gd name="connsiteX41" fmla="*/ 3862491 w 5412222"/>
              <a:gd name="connsiteY41" fmla="*/ 2280701 h 3734405"/>
              <a:gd name="connsiteX42" fmla="*/ 3881042 w 5412222"/>
              <a:gd name="connsiteY42" fmla="*/ 2169233 h 3734405"/>
              <a:gd name="connsiteX43" fmla="*/ 3936693 w 5412222"/>
              <a:gd name="connsiteY43" fmla="*/ 2076342 h 3734405"/>
              <a:gd name="connsiteX44" fmla="*/ 3992345 w 5412222"/>
              <a:gd name="connsiteY44" fmla="*/ 2039186 h 3734405"/>
              <a:gd name="connsiteX45" fmla="*/ 4122198 w 5412222"/>
              <a:gd name="connsiteY45" fmla="*/ 1964873 h 3734405"/>
              <a:gd name="connsiteX46" fmla="*/ 146310 w 5412222"/>
              <a:gd name="connsiteY46" fmla="*/ 1953889 h 3734405"/>
              <a:gd name="connsiteX47" fmla="*/ 350366 w 5412222"/>
              <a:gd name="connsiteY47" fmla="*/ 2046733 h 3734405"/>
              <a:gd name="connsiteX48" fmla="*/ 443118 w 5412222"/>
              <a:gd name="connsiteY48" fmla="*/ 2232420 h 3734405"/>
              <a:gd name="connsiteX49" fmla="*/ 368916 w 5412222"/>
              <a:gd name="connsiteY49" fmla="*/ 2455245 h 3734405"/>
              <a:gd name="connsiteX50" fmla="*/ 55877 w 5412222"/>
              <a:gd name="connsiteY50" fmla="*/ 2823429 h 3734405"/>
              <a:gd name="connsiteX51" fmla="*/ 0 w 5412222"/>
              <a:gd name="connsiteY51" fmla="*/ 2890207 h 3734405"/>
              <a:gd name="connsiteX52" fmla="*/ 0 w 5412222"/>
              <a:gd name="connsiteY52" fmla="*/ 2010548 h 3734405"/>
              <a:gd name="connsiteX53" fmla="*/ 48920 w 5412222"/>
              <a:gd name="connsiteY53" fmla="*/ 1981743 h 3734405"/>
              <a:gd name="connsiteX54" fmla="*/ 146310 w 5412222"/>
              <a:gd name="connsiteY54" fmla="*/ 1953889 h 3734405"/>
              <a:gd name="connsiteX55" fmla="*/ 4987001 w 5412222"/>
              <a:gd name="connsiteY55" fmla="*/ 730996 h 3734405"/>
              <a:gd name="connsiteX56" fmla="*/ 5079441 w 5412222"/>
              <a:gd name="connsiteY56" fmla="*/ 730996 h 3734405"/>
              <a:gd name="connsiteX57" fmla="*/ 5338271 w 5412222"/>
              <a:gd name="connsiteY57" fmla="*/ 804801 h 3734405"/>
              <a:gd name="connsiteX58" fmla="*/ 5412222 w 5412222"/>
              <a:gd name="connsiteY58" fmla="*/ 970860 h 3734405"/>
              <a:gd name="connsiteX59" fmla="*/ 5412222 w 5412222"/>
              <a:gd name="connsiteY59" fmla="*/ 1100017 h 3734405"/>
              <a:gd name="connsiteX60" fmla="*/ 5338271 w 5412222"/>
              <a:gd name="connsiteY60" fmla="*/ 1266077 h 3734405"/>
              <a:gd name="connsiteX61" fmla="*/ 5171880 w 5412222"/>
              <a:gd name="connsiteY61" fmla="*/ 1339881 h 3734405"/>
              <a:gd name="connsiteX62" fmla="*/ 4913050 w 5412222"/>
              <a:gd name="connsiteY62" fmla="*/ 1339881 h 3734405"/>
              <a:gd name="connsiteX63" fmla="*/ 4580268 w 5412222"/>
              <a:gd name="connsiteY63" fmla="*/ 1339881 h 3734405"/>
              <a:gd name="connsiteX64" fmla="*/ 4413877 w 5412222"/>
              <a:gd name="connsiteY64" fmla="*/ 1321430 h 3734405"/>
              <a:gd name="connsiteX65" fmla="*/ 4247486 w 5412222"/>
              <a:gd name="connsiteY65" fmla="*/ 1247626 h 3734405"/>
              <a:gd name="connsiteX66" fmla="*/ 4192022 w 5412222"/>
              <a:gd name="connsiteY66" fmla="*/ 1118468 h 3734405"/>
              <a:gd name="connsiteX67" fmla="*/ 4192022 w 5412222"/>
              <a:gd name="connsiteY67" fmla="*/ 1026213 h 3734405"/>
              <a:gd name="connsiteX68" fmla="*/ 4247486 w 5412222"/>
              <a:gd name="connsiteY68" fmla="*/ 860154 h 3734405"/>
              <a:gd name="connsiteX69" fmla="*/ 4395389 w 5412222"/>
              <a:gd name="connsiteY69" fmla="*/ 786350 h 3734405"/>
              <a:gd name="connsiteX70" fmla="*/ 4617243 w 5412222"/>
              <a:gd name="connsiteY70" fmla="*/ 767899 h 3734405"/>
              <a:gd name="connsiteX71" fmla="*/ 4987001 w 5412222"/>
              <a:gd name="connsiteY71" fmla="*/ 730996 h 3734405"/>
              <a:gd name="connsiteX72" fmla="*/ 3807960 w 5412222"/>
              <a:gd name="connsiteY72" fmla="*/ 0 h 3734405"/>
              <a:gd name="connsiteX73" fmla="*/ 4404064 w 5412222"/>
              <a:gd name="connsiteY73" fmla="*/ 0 h 3734405"/>
              <a:gd name="connsiteX74" fmla="*/ 4368291 w 5412222"/>
              <a:gd name="connsiteY74" fmla="*/ 41360 h 3734405"/>
              <a:gd name="connsiteX75" fmla="*/ 4329548 w 5412222"/>
              <a:gd name="connsiteY75" fmla="*/ 87787 h 3734405"/>
              <a:gd name="connsiteX76" fmla="*/ 4107495 w 5412222"/>
              <a:gd name="connsiteY76" fmla="*/ 198776 h 3734405"/>
              <a:gd name="connsiteX77" fmla="*/ 3885443 w 5412222"/>
              <a:gd name="connsiteY77" fmla="*/ 106285 h 3734405"/>
              <a:gd name="connsiteX78" fmla="*/ 3818365 w 5412222"/>
              <a:gd name="connsiteY78" fmla="*/ 23043 h 3734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5412222" h="3734405">
                <a:moveTo>
                  <a:pt x="1441992" y="2504513"/>
                </a:moveTo>
                <a:cubicBezTo>
                  <a:pt x="1478883" y="2504513"/>
                  <a:pt x="1520385" y="2509143"/>
                  <a:pt x="1566499" y="2518404"/>
                </a:cubicBezTo>
                <a:cubicBezTo>
                  <a:pt x="1658726" y="2536924"/>
                  <a:pt x="1732509" y="2573965"/>
                  <a:pt x="1750954" y="2629527"/>
                </a:cubicBezTo>
                <a:cubicBezTo>
                  <a:pt x="1787845" y="2703609"/>
                  <a:pt x="1714063" y="3296268"/>
                  <a:pt x="1714063" y="3370350"/>
                </a:cubicBezTo>
                <a:cubicBezTo>
                  <a:pt x="1695617" y="3555556"/>
                  <a:pt x="1658726" y="3666679"/>
                  <a:pt x="1548053" y="3703720"/>
                </a:cubicBezTo>
                <a:cubicBezTo>
                  <a:pt x="1492717" y="3740761"/>
                  <a:pt x="1418935" y="3740761"/>
                  <a:pt x="1345153" y="3722241"/>
                </a:cubicBezTo>
                <a:cubicBezTo>
                  <a:pt x="1252925" y="3722241"/>
                  <a:pt x="1179143" y="3685199"/>
                  <a:pt x="1142252" y="3611117"/>
                </a:cubicBezTo>
                <a:cubicBezTo>
                  <a:pt x="1123807" y="3555556"/>
                  <a:pt x="1105361" y="3481473"/>
                  <a:pt x="1123807" y="3388870"/>
                </a:cubicBezTo>
                <a:cubicBezTo>
                  <a:pt x="1123807" y="3388870"/>
                  <a:pt x="1160697" y="3055500"/>
                  <a:pt x="1160697" y="3018459"/>
                </a:cubicBezTo>
                <a:cubicBezTo>
                  <a:pt x="1160697" y="2962897"/>
                  <a:pt x="1179143" y="2870294"/>
                  <a:pt x="1179143" y="2851774"/>
                </a:cubicBezTo>
                <a:cubicBezTo>
                  <a:pt x="1197589" y="2722130"/>
                  <a:pt x="1197589" y="2722130"/>
                  <a:pt x="1197589" y="2722130"/>
                </a:cubicBezTo>
                <a:cubicBezTo>
                  <a:pt x="1234480" y="2611007"/>
                  <a:pt x="1289816" y="2555445"/>
                  <a:pt x="1345153" y="2518404"/>
                </a:cubicBezTo>
                <a:cubicBezTo>
                  <a:pt x="1372821" y="2509143"/>
                  <a:pt x="1405101" y="2504513"/>
                  <a:pt x="1441992" y="2504513"/>
                </a:cubicBezTo>
                <a:close/>
                <a:moveTo>
                  <a:pt x="2975080" y="2484443"/>
                </a:moveTo>
                <a:cubicBezTo>
                  <a:pt x="3031460" y="2487048"/>
                  <a:pt x="3069626" y="2507883"/>
                  <a:pt x="3097382" y="2507883"/>
                </a:cubicBezTo>
                <a:cubicBezTo>
                  <a:pt x="3134391" y="2526404"/>
                  <a:pt x="3152895" y="2544924"/>
                  <a:pt x="3189904" y="2581966"/>
                </a:cubicBezTo>
                <a:cubicBezTo>
                  <a:pt x="3208409" y="2619007"/>
                  <a:pt x="3226913" y="2656048"/>
                  <a:pt x="3263922" y="2730130"/>
                </a:cubicBezTo>
                <a:cubicBezTo>
                  <a:pt x="3282426" y="2804212"/>
                  <a:pt x="3356443" y="3322788"/>
                  <a:pt x="3356443" y="3322788"/>
                </a:cubicBezTo>
                <a:cubicBezTo>
                  <a:pt x="3374948" y="3433912"/>
                  <a:pt x="3356443" y="3507994"/>
                  <a:pt x="3337939" y="3545035"/>
                </a:cubicBezTo>
                <a:cubicBezTo>
                  <a:pt x="3319435" y="3582076"/>
                  <a:pt x="3300930" y="3619117"/>
                  <a:pt x="3282426" y="3637638"/>
                </a:cubicBezTo>
                <a:cubicBezTo>
                  <a:pt x="3245417" y="3656158"/>
                  <a:pt x="3208409" y="3656158"/>
                  <a:pt x="3171400" y="3674679"/>
                </a:cubicBezTo>
                <a:cubicBezTo>
                  <a:pt x="3152895" y="3674679"/>
                  <a:pt x="3134391" y="3693200"/>
                  <a:pt x="3115887" y="3693200"/>
                </a:cubicBezTo>
                <a:cubicBezTo>
                  <a:pt x="3060374" y="3711720"/>
                  <a:pt x="3004860" y="3711720"/>
                  <a:pt x="2967852" y="3674679"/>
                </a:cubicBezTo>
                <a:cubicBezTo>
                  <a:pt x="2912339" y="3656158"/>
                  <a:pt x="2875330" y="3619117"/>
                  <a:pt x="2838321" y="3563556"/>
                </a:cubicBezTo>
                <a:cubicBezTo>
                  <a:pt x="2801312" y="3507994"/>
                  <a:pt x="2782808" y="3433912"/>
                  <a:pt x="2782808" y="3359829"/>
                </a:cubicBezTo>
                <a:cubicBezTo>
                  <a:pt x="2764304" y="3156103"/>
                  <a:pt x="2764304" y="3156103"/>
                  <a:pt x="2764304" y="3156103"/>
                </a:cubicBezTo>
                <a:cubicBezTo>
                  <a:pt x="2708791" y="2878295"/>
                  <a:pt x="2708791" y="2878295"/>
                  <a:pt x="2708791" y="2878295"/>
                </a:cubicBezTo>
                <a:cubicBezTo>
                  <a:pt x="2671782" y="2767171"/>
                  <a:pt x="2671782" y="2693089"/>
                  <a:pt x="2690286" y="2637527"/>
                </a:cubicBezTo>
                <a:cubicBezTo>
                  <a:pt x="2727295" y="2563445"/>
                  <a:pt x="2801312" y="2489363"/>
                  <a:pt x="2912339" y="2489363"/>
                </a:cubicBezTo>
                <a:cubicBezTo>
                  <a:pt x="2935469" y="2484733"/>
                  <a:pt x="2956286" y="2483575"/>
                  <a:pt x="2975080" y="2484443"/>
                </a:cubicBezTo>
                <a:close/>
                <a:moveTo>
                  <a:pt x="4122198" y="1964873"/>
                </a:moveTo>
                <a:cubicBezTo>
                  <a:pt x="4177850" y="1964873"/>
                  <a:pt x="4233502" y="1983451"/>
                  <a:pt x="4289154" y="2020607"/>
                </a:cubicBezTo>
                <a:cubicBezTo>
                  <a:pt x="4344804" y="2039186"/>
                  <a:pt x="4400456" y="2094920"/>
                  <a:pt x="4437557" y="2169233"/>
                </a:cubicBezTo>
                <a:cubicBezTo>
                  <a:pt x="4567411" y="2336436"/>
                  <a:pt x="4567411" y="2336436"/>
                  <a:pt x="4567411" y="2336436"/>
                </a:cubicBezTo>
                <a:cubicBezTo>
                  <a:pt x="4752916" y="2540795"/>
                  <a:pt x="4752916" y="2540795"/>
                  <a:pt x="4752916" y="2540795"/>
                </a:cubicBezTo>
                <a:cubicBezTo>
                  <a:pt x="4827118" y="2633686"/>
                  <a:pt x="4864220" y="2707999"/>
                  <a:pt x="4882769" y="2763733"/>
                </a:cubicBezTo>
                <a:cubicBezTo>
                  <a:pt x="4882769" y="2838046"/>
                  <a:pt x="4864220" y="2930936"/>
                  <a:pt x="4771467" y="2986671"/>
                </a:cubicBezTo>
                <a:cubicBezTo>
                  <a:pt x="4697264" y="3042405"/>
                  <a:pt x="4623063" y="3060983"/>
                  <a:pt x="4567411" y="3060983"/>
                </a:cubicBezTo>
                <a:cubicBezTo>
                  <a:pt x="4548860" y="3060983"/>
                  <a:pt x="4511759" y="3060983"/>
                  <a:pt x="4474659" y="3042405"/>
                </a:cubicBezTo>
                <a:cubicBezTo>
                  <a:pt x="4437557" y="3023827"/>
                  <a:pt x="4400456" y="2986671"/>
                  <a:pt x="4344804" y="2949514"/>
                </a:cubicBezTo>
                <a:cubicBezTo>
                  <a:pt x="4289154" y="2893780"/>
                  <a:pt x="3955244" y="2466483"/>
                  <a:pt x="3955244" y="2466483"/>
                </a:cubicBezTo>
                <a:cubicBezTo>
                  <a:pt x="3899592" y="2392170"/>
                  <a:pt x="3862491" y="2317858"/>
                  <a:pt x="3862491" y="2280701"/>
                </a:cubicBezTo>
                <a:cubicBezTo>
                  <a:pt x="3862491" y="2224967"/>
                  <a:pt x="3862491" y="2187811"/>
                  <a:pt x="3881042" y="2169233"/>
                </a:cubicBezTo>
                <a:cubicBezTo>
                  <a:pt x="3899592" y="2132076"/>
                  <a:pt x="3918143" y="2113498"/>
                  <a:pt x="3936693" y="2076342"/>
                </a:cubicBezTo>
                <a:cubicBezTo>
                  <a:pt x="3973794" y="2057764"/>
                  <a:pt x="3992345" y="2039186"/>
                  <a:pt x="3992345" y="2039186"/>
                </a:cubicBezTo>
                <a:cubicBezTo>
                  <a:pt x="4029446" y="2002029"/>
                  <a:pt x="4085097" y="1983451"/>
                  <a:pt x="4122198" y="1964873"/>
                </a:cubicBezTo>
                <a:close/>
                <a:moveTo>
                  <a:pt x="146310" y="1953889"/>
                </a:moveTo>
                <a:cubicBezTo>
                  <a:pt x="201962" y="1953889"/>
                  <a:pt x="276164" y="1991027"/>
                  <a:pt x="350366" y="2046733"/>
                </a:cubicBezTo>
                <a:cubicBezTo>
                  <a:pt x="424568" y="2102439"/>
                  <a:pt x="443118" y="2176714"/>
                  <a:pt x="443118" y="2232420"/>
                </a:cubicBezTo>
                <a:cubicBezTo>
                  <a:pt x="443118" y="2288126"/>
                  <a:pt x="424568" y="2362401"/>
                  <a:pt x="368916" y="2455245"/>
                </a:cubicBezTo>
                <a:cubicBezTo>
                  <a:pt x="368916" y="2455245"/>
                  <a:pt x="181092" y="2674589"/>
                  <a:pt x="55877" y="2823429"/>
                </a:cubicBezTo>
                <a:lnTo>
                  <a:pt x="0" y="2890207"/>
                </a:lnTo>
                <a:lnTo>
                  <a:pt x="0" y="2010548"/>
                </a:lnTo>
                <a:lnTo>
                  <a:pt x="48920" y="1981743"/>
                </a:lnTo>
                <a:cubicBezTo>
                  <a:pt x="86021" y="1963174"/>
                  <a:pt x="118485" y="1953889"/>
                  <a:pt x="146310" y="1953889"/>
                </a:cubicBezTo>
                <a:close/>
                <a:moveTo>
                  <a:pt x="4987001" y="730996"/>
                </a:moveTo>
                <a:cubicBezTo>
                  <a:pt x="5079441" y="730996"/>
                  <a:pt x="5079441" y="730996"/>
                  <a:pt x="5079441" y="730996"/>
                </a:cubicBezTo>
                <a:cubicBezTo>
                  <a:pt x="5190368" y="749448"/>
                  <a:pt x="5282808" y="786350"/>
                  <a:pt x="5338271" y="804801"/>
                </a:cubicBezTo>
                <a:cubicBezTo>
                  <a:pt x="5393734" y="841703"/>
                  <a:pt x="5412222" y="897056"/>
                  <a:pt x="5412222" y="970860"/>
                </a:cubicBezTo>
                <a:cubicBezTo>
                  <a:pt x="5412222" y="1007762"/>
                  <a:pt x="5412222" y="1044664"/>
                  <a:pt x="5412222" y="1100017"/>
                </a:cubicBezTo>
                <a:cubicBezTo>
                  <a:pt x="5393734" y="1155371"/>
                  <a:pt x="5375246" y="1210724"/>
                  <a:pt x="5338271" y="1266077"/>
                </a:cubicBezTo>
                <a:cubicBezTo>
                  <a:pt x="5301295" y="1302979"/>
                  <a:pt x="5245832" y="1321430"/>
                  <a:pt x="5171880" y="1339881"/>
                </a:cubicBezTo>
                <a:cubicBezTo>
                  <a:pt x="5060954" y="1339881"/>
                  <a:pt x="5171880" y="1358332"/>
                  <a:pt x="4913050" y="1339881"/>
                </a:cubicBezTo>
                <a:cubicBezTo>
                  <a:pt x="4635731" y="1339881"/>
                  <a:pt x="4580268" y="1339881"/>
                  <a:pt x="4580268" y="1339881"/>
                </a:cubicBezTo>
                <a:cubicBezTo>
                  <a:pt x="4413877" y="1321430"/>
                  <a:pt x="4413877" y="1321430"/>
                  <a:pt x="4413877" y="1321430"/>
                </a:cubicBezTo>
                <a:cubicBezTo>
                  <a:pt x="4321437" y="1302979"/>
                  <a:pt x="4265974" y="1284528"/>
                  <a:pt x="4247486" y="1247626"/>
                </a:cubicBezTo>
                <a:cubicBezTo>
                  <a:pt x="4210510" y="1210724"/>
                  <a:pt x="4192022" y="1173821"/>
                  <a:pt x="4192022" y="1118468"/>
                </a:cubicBezTo>
                <a:cubicBezTo>
                  <a:pt x="4192022" y="1118468"/>
                  <a:pt x="4192022" y="1081566"/>
                  <a:pt x="4192022" y="1026213"/>
                </a:cubicBezTo>
                <a:cubicBezTo>
                  <a:pt x="4192022" y="970860"/>
                  <a:pt x="4210510" y="915507"/>
                  <a:pt x="4247486" y="860154"/>
                </a:cubicBezTo>
                <a:cubicBezTo>
                  <a:pt x="4265974" y="823252"/>
                  <a:pt x="4321437" y="786350"/>
                  <a:pt x="4395389" y="786350"/>
                </a:cubicBezTo>
                <a:cubicBezTo>
                  <a:pt x="4487828" y="767899"/>
                  <a:pt x="4561780" y="767899"/>
                  <a:pt x="4617243" y="767899"/>
                </a:cubicBezTo>
                <a:cubicBezTo>
                  <a:pt x="4783634" y="749448"/>
                  <a:pt x="4876074" y="730996"/>
                  <a:pt x="4987001" y="730996"/>
                </a:cubicBezTo>
                <a:close/>
                <a:moveTo>
                  <a:pt x="3807960" y="0"/>
                </a:moveTo>
                <a:lnTo>
                  <a:pt x="4404064" y="0"/>
                </a:lnTo>
                <a:lnTo>
                  <a:pt x="4368291" y="41360"/>
                </a:lnTo>
                <a:cubicBezTo>
                  <a:pt x="4352100" y="60329"/>
                  <a:pt x="4338800" y="76226"/>
                  <a:pt x="4329548" y="87787"/>
                </a:cubicBezTo>
                <a:cubicBezTo>
                  <a:pt x="4255530" y="161780"/>
                  <a:pt x="4181513" y="198776"/>
                  <a:pt x="4107495" y="198776"/>
                </a:cubicBezTo>
                <a:cubicBezTo>
                  <a:pt x="4033478" y="217275"/>
                  <a:pt x="3959460" y="180278"/>
                  <a:pt x="3885443" y="106285"/>
                </a:cubicBezTo>
                <a:cubicBezTo>
                  <a:pt x="3857687" y="78538"/>
                  <a:pt x="3834556" y="50790"/>
                  <a:pt x="3818365" y="230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accent3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BF01F2-0D87-4CA6-BEBE-B24A1E43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1"/>
            <a:ext cx="3095626" cy="1477328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/>
              <a:t>PLAYING THE GAME AS X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3825E43-F722-41C1-8275-C5FE555C3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39" y="1498466"/>
            <a:ext cx="4315129" cy="4850423"/>
          </a:xfrm>
          <a:prstGeom prst="rect">
            <a:avLst/>
          </a:prstGeom>
        </p:spPr>
      </p:pic>
      <p:pic>
        <p:nvPicPr>
          <p:cNvPr id="16" name="Picture 15" descr="Graphical user interface&#10;&#10;Description automatically generated">
            <a:extLst>
              <a:ext uri="{FF2B5EF4-FFF2-40B4-BE49-F238E27FC236}">
                <a16:creationId xmlns:a16="http://schemas.microsoft.com/office/drawing/2014/main" id="{633FBB12-7ED3-48DD-87C7-DD152CE17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402" y="1527646"/>
            <a:ext cx="8367818" cy="459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605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7EFF05-A8DA-4B3E-9C21-7A04283D4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E9D6223-8D87-4038-BE74-D5224B024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6FBF49-EC0D-4E09-A77B-DB4E8257E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3AA13D0-BF0A-4B8F-9FD6-CAE2DCD93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0"/>
            <a:ext cx="9705717" cy="6858000"/>
          </a:xfrm>
          <a:custGeom>
            <a:avLst/>
            <a:gdLst>
              <a:gd name="connsiteX0" fmla="*/ 0 w 9705717"/>
              <a:gd name="connsiteY0" fmla="*/ 0 h 6858000"/>
              <a:gd name="connsiteX1" fmla="*/ 8892014 w 9705717"/>
              <a:gd name="connsiteY1" fmla="*/ 0 h 6858000"/>
              <a:gd name="connsiteX2" fmla="*/ 8948109 w 9705717"/>
              <a:gd name="connsiteY2" fmla="*/ 119185 h 6858000"/>
              <a:gd name="connsiteX3" fmla="*/ 9361712 w 9705717"/>
              <a:gd name="connsiteY3" fmla="*/ 1009060 h 6858000"/>
              <a:gd name="connsiteX4" fmla="*/ 9569814 w 9705717"/>
              <a:gd name="connsiteY4" fmla="*/ 4722415 h 6858000"/>
              <a:gd name="connsiteX5" fmla="*/ 8937785 w 9705717"/>
              <a:gd name="connsiteY5" fmla="*/ 6619105 h 6858000"/>
              <a:gd name="connsiteX6" fmla="*/ 8749280 w 9705717"/>
              <a:gd name="connsiteY6" fmla="*/ 6858000 h 6858000"/>
              <a:gd name="connsiteX7" fmla="*/ 0 w 970571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705717" h="6858000">
                <a:moveTo>
                  <a:pt x="0" y="0"/>
                </a:moveTo>
                <a:lnTo>
                  <a:pt x="8892014" y="0"/>
                </a:lnTo>
                <a:lnTo>
                  <a:pt x="8948109" y="119185"/>
                </a:lnTo>
                <a:cubicBezTo>
                  <a:pt x="9080774" y="406683"/>
                  <a:pt x="9216041" y="706568"/>
                  <a:pt x="9361712" y="1009060"/>
                </a:cubicBezTo>
                <a:cubicBezTo>
                  <a:pt x="9986018" y="2093861"/>
                  <a:pt x="9569814" y="4346908"/>
                  <a:pt x="9569814" y="4722415"/>
                </a:cubicBezTo>
                <a:cubicBezTo>
                  <a:pt x="9569814" y="5635108"/>
                  <a:pt x="9260912" y="6189243"/>
                  <a:pt x="8937785" y="6619105"/>
                </a:cubicBezTo>
                <a:lnTo>
                  <a:pt x="874928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08E86-72F8-4E09-AFC1-79C23ABFD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122" y="343992"/>
            <a:ext cx="6911974" cy="1477328"/>
          </a:xfrm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/>
              <a:t>PLAYING THE GAME AS O</a:t>
            </a:r>
            <a:endParaRPr lang="en-US" sz="3200" dirty="0"/>
          </a:p>
        </p:txBody>
      </p:sp>
      <p:sp>
        <p:nvSpPr>
          <p:cNvPr id="32" name="Freeform 10">
            <a:extLst>
              <a:ext uri="{FF2B5EF4-FFF2-40B4-BE49-F238E27FC236}">
                <a16:creationId xmlns:a16="http://schemas.microsoft.com/office/drawing/2014/main" id="{15BE2CF8-7196-4BC3-B312-B0EE486D9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5824556">
            <a:off x="8226571" y="2916066"/>
            <a:ext cx="3518890" cy="3293724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1963EA08-F2E0-45A4-9D19-734611417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550" y="1953800"/>
            <a:ext cx="7217204" cy="38094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6A177B-A581-468D-8058-170C15816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91" y="1906282"/>
            <a:ext cx="3434797" cy="385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0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F9C873-69C3-4A82-94C2-A0A8AABC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IT’S A DRAW</a:t>
            </a:r>
          </a:p>
        </p:txBody>
      </p:sp>
      <p:pic>
        <p:nvPicPr>
          <p:cNvPr id="8" name="Content Placeholder 7" descr="Text&#10;&#10;Description automatically generated">
            <a:extLst>
              <a:ext uri="{FF2B5EF4-FFF2-40B4-BE49-F238E27FC236}">
                <a16:creationId xmlns:a16="http://schemas.microsoft.com/office/drawing/2014/main" id="{141069CA-C63A-4B85-8BD6-D06B9733C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303" y="753978"/>
            <a:ext cx="5499174" cy="5883275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B4ABC5-657A-438F-8949-2B9DCD98A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3" y="1249446"/>
            <a:ext cx="5349704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90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18986-33FA-4D55-9760-801F87356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PLAYING AN AI PLAYER</a:t>
            </a:r>
          </a:p>
        </p:txBody>
      </p:sp>
      <p:pic>
        <p:nvPicPr>
          <p:cNvPr id="5" name="Content Placeholder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9A475F40-5870-4053-A263-AA6DC5F2D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692" y="619200"/>
            <a:ext cx="6823483" cy="58356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35489E-5E91-4CCD-87F7-192F9194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78" y="1638300"/>
            <a:ext cx="3606465" cy="449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747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9A16-0B39-4814-9E92-5C61345A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DETERMING A PLAYER WON</a:t>
            </a:r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6F0EB940-4A58-4AA6-A05E-D689370AFA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241"/>
          <a:stretch/>
        </p:blipFill>
        <p:spPr>
          <a:xfrm>
            <a:off x="7177832" y="439737"/>
            <a:ext cx="3850386" cy="59785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D6EBF9-94C5-49C9-BC1F-FC6BFF6D9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64" y="1357864"/>
            <a:ext cx="4330574" cy="516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1418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AnalogousFromLightSeedRightStep">
      <a:dk1>
        <a:srgbClr val="000000"/>
      </a:dk1>
      <a:lt1>
        <a:srgbClr val="FFFFFF"/>
      </a:lt1>
      <a:dk2>
        <a:srgbClr val="223B30"/>
      </a:dk2>
      <a:lt2>
        <a:srgbClr val="E2E4E8"/>
      </a:lt2>
      <a:accent1>
        <a:srgbClr val="B19F7D"/>
      </a:accent1>
      <a:accent2>
        <a:srgbClr val="A1A570"/>
      </a:accent2>
      <a:accent3>
        <a:srgbClr val="94A77F"/>
      </a:accent3>
      <a:accent4>
        <a:srgbClr val="7BAC75"/>
      </a:accent4>
      <a:accent5>
        <a:srgbClr val="81AB8E"/>
      </a:accent5>
      <a:accent6>
        <a:srgbClr val="76AD9E"/>
      </a:accent6>
      <a:hlink>
        <a:srgbClr val="6982AE"/>
      </a:hlink>
      <a:folHlink>
        <a:srgbClr val="7F7F7F"/>
      </a:folHlink>
    </a:clrScheme>
    <a:fontScheme name="Blob">
      <a:majorFont>
        <a:latin typeface="The Hand Extrablack"/>
        <a:ea typeface=""/>
        <a:cs typeface=""/>
      </a:majorFont>
      <a:minorFont>
        <a:latin typeface="Sagona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39</Words>
  <Application>Microsoft Office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Sagona Book</vt:lpstr>
      <vt:lpstr>The Hand Extrablack</vt:lpstr>
      <vt:lpstr>BlobVTI</vt:lpstr>
      <vt:lpstr>Tic Tac Toe with Turtle</vt:lpstr>
      <vt:lpstr>USER INTERFACE</vt:lpstr>
      <vt:lpstr>PLAYING AGAINST ANOTHER HUMAN &amp; DRAWING THE BOARD</vt:lpstr>
      <vt:lpstr>PLAYING THE GAME AS X</vt:lpstr>
      <vt:lpstr>PLAYING THE GAME AS O</vt:lpstr>
      <vt:lpstr>DETERMINING IT’S A DRAW</vt:lpstr>
      <vt:lpstr>PLAYING AN AI PLAYER</vt:lpstr>
      <vt:lpstr>DETERMING A PLAYER WON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 Tac Toe with Turtle</dc:title>
  <dc:creator>Kyle Moses</dc:creator>
  <cp:lastModifiedBy>Kyle Moses</cp:lastModifiedBy>
  <cp:revision>2</cp:revision>
  <dcterms:created xsi:type="dcterms:W3CDTF">2021-05-07T06:00:21Z</dcterms:created>
  <dcterms:modified xsi:type="dcterms:W3CDTF">2021-05-07T06:15:15Z</dcterms:modified>
</cp:coreProperties>
</file>